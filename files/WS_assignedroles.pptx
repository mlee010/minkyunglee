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1" r:id="rId2"/>
    <p:sldId id="262" r:id="rId3"/>
    <p:sldId id="263" r:id="rId4"/>
    <p:sldId id="273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44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DBEF316-68AB-B446-9B43-E9C7D928ACDA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D97070-FE91-084A-AABB-E63A0F30EB7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1️⃣ Collected early interaction data</a:t>
          </a:r>
        </a:p>
      </dgm:t>
    </dgm:pt>
    <dgm:pt modelId="{D98A4178-E075-444E-A087-8995320EB1FE}" type="parTrans" cxnId="{0F07D9AB-D8F0-BD42-8D94-8BBF6BF176CA}">
      <dgm:prSet/>
      <dgm:spPr/>
      <dgm:t>
        <a:bodyPr/>
        <a:lstStyle/>
        <a:p>
          <a:endParaRPr lang="en-US"/>
        </a:p>
      </dgm:t>
    </dgm:pt>
    <dgm:pt modelId="{F4E9B735-52EE-EC4B-9071-D15B944A077C}" type="sibTrans" cxnId="{0F07D9AB-D8F0-BD42-8D94-8BBF6BF176CA}">
      <dgm:prSet/>
      <dgm:spPr/>
      <dgm:t>
        <a:bodyPr/>
        <a:lstStyle/>
        <a:p>
          <a:endParaRPr lang="en-US"/>
        </a:p>
      </dgm:t>
    </dgm:pt>
    <dgm:pt modelId="{A78B7D35-FA66-644B-855C-83AFFF32CB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Initial seminar discussions and activities to see who responded to whom, and how often</a:t>
          </a:r>
        </a:p>
      </dgm:t>
    </dgm:pt>
    <dgm:pt modelId="{972F50D1-F17D-4147-B68A-3D4557E21CFB}" type="parTrans" cxnId="{C9E31645-A1FD-6147-81D2-FF5E324B4F09}">
      <dgm:prSet/>
      <dgm:spPr/>
      <dgm:t>
        <a:bodyPr/>
        <a:lstStyle/>
        <a:p>
          <a:endParaRPr lang="en-US"/>
        </a:p>
      </dgm:t>
    </dgm:pt>
    <dgm:pt modelId="{019172D6-332E-484E-A5C6-8C4DE343758C}" type="sibTrans" cxnId="{C9E31645-A1FD-6147-81D2-FF5E324B4F09}">
      <dgm:prSet/>
      <dgm:spPr/>
      <dgm:t>
        <a:bodyPr/>
        <a:lstStyle/>
        <a:p>
          <a:endParaRPr lang="en-US"/>
        </a:p>
      </dgm:t>
    </dgm:pt>
    <dgm:pt modelId="{DD76B5A7-4640-F64E-B557-88CFB71716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an interaction network</a:t>
          </a:r>
        </a:p>
      </dgm:t>
    </dgm:pt>
    <dgm:pt modelId="{9CB0E5F0-1968-1641-9319-9F6C9C86576A}" type="parTrans" cxnId="{8EBBC561-BD89-EA43-9920-DBBA76F14D48}">
      <dgm:prSet/>
      <dgm:spPr/>
      <dgm:t>
        <a:bodyPr/>
        <a:lstStyle/>
        <a:p>
          <a:endParaRPr lang="en-US"/>
        </a:p>
      </dgm:t>
    </dgm:pt>
    <dgm:pt modelId="{41533B24-DF75-874C-9DE5-E9E6855C188A}" type="sibTrans" cxnId="{8EBBC561-BD89-EA43-9920-DBBA76F14D48}">
      <dgm:prSet/>
      <dgm:spPr/>
      <dgm:t>
        <a:bodyPr/>
        <a:lstStyle/>
        <a:p>
          <a:endParaRPr lang="en-US"/>
        </a:p>
      </dgm:t>
    </dgm:pt>
    <dgm:pt modelId="{FC1DB2E4-2D68-9343-8588-FEED593C51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2️⃣ Applied Louvain community detection</a:t>
          </a:r>
        </a:p>
      </dgm:t>
    </dgm:pt>
    <dgm:pt modelId="{528EC896-35AC-0E4B-9EA9-A6EB2C977A17}" type="parTrans" cxnId="{5A77F994-95A3-5140-BCEA-44F93D890E06}">
      <dgm:prSet/>
      <dgm:spPr/>
      <dgm:t>
        <a:bodyPr/>
        <a:lstStyle/>
        <a:p>
          <a:endParaRPr lang="en-US"/>
        </a:p>
      </dgm:t>
    </dgm:pt>
    <dgm:pt modelId="{FB3EABB5-DFFD-D44A-B927-D713953D03B5}" type="sibTrans" cxnId="{5A77F994-95A3-5140-BCEA-44F93D890E06}">
      <dgm:prSet/>
      <dgm:spPr/>
      <dgm:t>
        <a:bodyPr/>
        <a:lstStyle/>
        <a:p>
          <a:endParaRPr lang="en-US"/>
        </a:p>
      </dgm:t>
    </dgm:pt>
    <dgm:pt modelId="{BB5AB678-9DDD-9547-9ED2-68D82B2D44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Identified natural clusters in the interaction network</a:t>
          </a:r>
        </a:p>
      </dgm:t>
    </dgm:pt>
    <dgm:pt modelId="{89BBFD31-5BA8-A84E-84D3-97264EBF82DB}" type="parTrans" cxnId="{5D2BD395-8FBD-744D-8CD4-D3458CB8789D}">
      <dgm:prSet/>
      <dgm:spPr/>
      <dgm:t>
        <a:bodyPr/>
        <a:lstStyle/>
        <a:p>
          <a:endParaRPr lang="en-US"/>
        </a:p>
      </dgm:t>
    </dgm:pt>
    <dgm:pt modelId="{1FF52E9E-FEE7-B647-BADA-FDB00A3E8846}" type="sibTrans" cxnId="{5D2BD395-8FBD-744D-8CD4-D3458CB8789D}">
      <dgm:prSet/>
      <dgm:spPr/>
      <dgm:t>
        <a:bodyPr/>
        <a:lstStyle/>
        <a:p>
          <a:endParaRPr lang="en-US"/>
        </a:p>
      </dgm:t>
    </dgm:pt>
    <dgm:pt modelId="{EC107BF2-4EF2-294D-A5B0-A4C47F0663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Avoided isolating quieter students at the edges</a:t>
          </a:r>
        </a:p>
      </dgm:t>
    </dgm:pt>
    <dgm:pt modelId="{C54FAC08-7103-5343-962B-2E0A4455F3C8}" type="parTrans" cxnId="{DAC316F5-FCC5-154F-B1BC-B8E284C0D4D1}">
      <dgm:prSet/>
      <dgm:spPr/>
      <dgm:t>
        <a:bodyPr/>
        <a:lstStyle/>
        <a:p>
          <a:endParaRPr lang="en-US"/>
        </a:p>
      </dgm:t>
    </dgm:pt>
    <dgm:pt modelId="{32B138A0-1E20-B34C-BF2E-B30C2A7B5CC0}" type="sibTrans" cxnId="{DAC316F5-FCC5-154F-B1BC-B8E284C0D4D1}">
      <dgm:prSet/>
      <dgm:spPr/>
      <dgm:t>
        <a:bodyPr/>
        <a:lstStyle/>
        <a:p>
          <a:endParaRPr lang="en-US"/>
        </a:p>
      </dgm:t>
    </dgm:pt>
    <dgm:pt modelId="{620D9635-55E1-EC4D-AEBC-7D4AEBAE1E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Balanced more central and less central participants across groups</a:t>
          </a:r>
        </a:p>
      </dgm:t>
    </dgm:pt>
    <dgm:pt modelId="{2541F1FB-0F1A-CB4E-B16C-EA90376D8D6A}" type="parTrans" cxnId="{B784C3CC-B377-5A4C-847C-8AF98B056293}">
      <dgm:prSet/>
      <dgm:spPr/>
      <dgm:t>
        <a:bodyPr/>
        <a:lstStyle/>
        <a:p>
          <a:endParaRPr lang="en-US"/>
        </a:p>
      </dgm:t>
    </dgm:pt>
    <dgm:pt modelId="{56E61EC1-E744-2341-A019-2DCB80E75651}" type="sibTrans" cxnId="{B784C3CC-B377-5A4C-847C-8AF98B056293}">
      <dgm:prSet/>
      <dgm:spPr/>
      <dgm:t>
        <a:bodyPr/>
        <a:lstStyle/>
        <a:p>
          <a:endParaRPr lang="en-US"/>
        </a:p>
      </dgm:t>
    </dgm:pt>
    <dgm:pt modelId="{12720648-E6A4-3641-BEE4-4E7106018DF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3️⃣ Formed stable discussion/project groups</a:t>
          </a:r>
        </a:p>
      </dgm:t>
    </dgm:pt>
    <dgm:pt modelId="{2C20010F-3DDB-AF46-8086-EC271A39AE35}" type="parTrans" cxnId="{DA2C4606-6E5B-9B48-9278-86E02DC99904}">
      <dgm:prSet/>
      <dgm:spPr/>
      <dgm:t>
        <a:bodyPr/>
        <a:lstStyle/>
        <a:p>
          <a:endParaRPr lang="en-US"/>
        </a:p>
      </dgm:t>
    </dgm:pt>
    <dgm:pt modelId="{EF8129DE-A35E-4646-B86E-96E6AC117633}" type="sibTrans" cxnId="{DA2C4606-6E5B-9B48-9278-86E02DC99904}">
      <dgm:prSet/>
      <dgm:spPr/>
      <dgm:t>
        <a:bodyPr/>
        <a:lstStyle/>
        <a:p>
          <a:endParaRPr lang="en-US"/>
        </a:p>
      </dgm:t>
    </dgm:pt>
    <dgm:pt modelId="{26E2B07F-9792-8C47-8E88-0D02B2D1FE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cluster results to assign groups for ongoing seminar tasks</a:t>
          </a:r>
        </a:p>
      </dgm:t>
    </dgm:pt>
    <dgm:pt modelId="{2C6FC164-D93D-CF48-A18E-E11B92E64F3A}" type="parTrans" cxnId="{3C263886-D1B9-E84E-8718-B47CC64B0506}">
      <dgm:prSet/>
      <dgm:spPr/>
      <dgm:t>
        <a:bodyPr/>
        <a:lstStyle/>
        <a:p>
          <a:endParaRPr lang="en-US"/>
        </a:p>
      </dgm:t>
    </dgm:pt>
    <dgm:pt modelId="{BF60CA76-6B75-504C-8D1D-8BBC03DD016C}" type="sibTrans" cxnId="{3C263886-D1B9-E84E-8718-B47CC64B0506}">
      <dgm:prSet/>
      <dgm:spPr/>
      <dgm:t>
        <a:bodyPr/>
        <a:lstStyle/>
        <a:p>
          <a:endParaRPr lang="en-US"/>
        </a:p>
      </dgm:t>
    </dgm:pt>
    <dgm:pt modelId="{F4672793-76A9-954D-9F23-5172B28FFA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Ensured each group had a mix of voices and experience levels</a:t>
          </a:r>
        </a:p>
      </dgm:t>
    </dgm:pt>
    <dgm:pt modelId="{15368B95-2FD8-3348-A3D6-7EE697E84C3C}" type="parTrans" cxnId="{82136D93-413A-0646-BFBD-B5BF2A146090}">
      <dgm:prSet/>
      <dgm:spPr/>
      <dgm:t>
        <a:bodyPr/>
        <a:lstStyle/>
        <a:p>
          <a:endParaRPr lang="en-US"/>
        </a:p>
      </dgm:t>
    </dgm:pt>
    <dgm:pt modelId="{E6F841B5-4DF8-A341-925A-E21C223D4DC3}" type="sibTrans" cxnId="{82136D93-413A-0646-BFBD-B5BF2A146090}">
      <dgm:prSet/>
      <dgm:spPr/>
      <dgm:t>
        <a:bodyPr/>
        <a:lstStyle/>
        <a:p>
          <a:endParaRPr lang="en-US"/>
        </a:p>
      </dgm:t>
    </dgm:pt>
    <dgm:pt modelId="{0B6EACAC-5C3E-F641-AFD6-3B85B207C1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Reduced the risk of one person “carrying” the group</a:t>
          </a:r>
        </a:p>
      </dgm:t>
    </dgm:pt>
    <dgm:pt modelId="{15586E33-3D1B-6C47-A77D-96AE6E2C2895}" type="parTrans" cxnId="{3DF19223-9B6C-5C48-9053-CD2E23E713B9}">
      <dgm:prSet/>
      <dgm:spPr/>
      <dgm:t>
        <a:bodyPr/>
        <a:lstStyle/>
        <a:p>
          <a:endParaRPr lang="en-US"/>
        </a:p>
      </dgm:t>
    </dgm:pt>
    <dgm:pt modelId="{7BCA6CF7-4485-7145-A764-8021EDCA0A45}" type="sibTrans" cxnId="{3DF19223-9B6C-5C48-9053-CD2E23E713B9}">
      <dgm:prSet/>
      <dgm:spPr/>
      <dgm:t>
        <a:bodyPr/>
        <a:lstStyle/>
        <a:p>
          <a:endParaRPr lang="en-US"/>
        </a:p>
      </dgm:t>
    </dgm:pt>
    <dgm:pt modelId="{F7429ED0-1B63-B841-B249-0B902DE678D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4️⃣ Integrated into course flow</a:t>
          </a:r>
        </a:p>
      </dgm:t>
    </dgm:pt>
    <dgm:pt modelId="{9E003F52-DA8C-474B-9338-2D8025592498}" type="parTrans" cxnId="{466D61B8-CCB0-B645-94C7-7C310917C4E7}">
      <dgm:prSet/>
      <dgm:spPr/>
      <dgm:t>
        <a:bodyPr/>
        <a:lstStyle/>
        <a:p>
          <a:endParaRPr lang="en-US"/>
        </a:p>
      </dgm:t>
    </dgm:pt>
    <dgm:pt modelId="{A4D092AB-F1D5-9E4B-88BC-5892673B8D6F}" type="sibTrans" cxnId="{466D61B8-CCB0-B645-94C7-7C310917C4E7}">
      <dgm:prSet/>
      <dgm:spPr/>
      <dgm:t>
        <a:bodyPr/>
        <a:lstStyle/>
        <a:p>
          <a:endParaRPr lang="en-US"/>
        </a:p>
      </dgm:t>
    </dgm:pt>
    <dgm:pt modelId="{EFE44B23-B57A-6540-83D1-28ED03BE1B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Announced final group assignments early in the semester</a:t>
          </a:r>
        </a:p>
      </dgm:t>
    </dgm:pt>
    <dgm:pt modelId="{B43C47F4-CD42-5B4B-8A22-3F0BF96B6930}" type="parTrans" cxnId="{AC7BD77F-5E28-F44E-84A9-CDBF282DC3AA}">
      <dgm:prSet/>
      <dgm:spPr/>
      <dgm:t>
        <a:bodyPr/>
        <a:lstStyle/>
        <a:p>
          <a:endParaRPr lang="en-US"/>
        </a:p>
      </dgm:t>
    </dgm:pt>
    <dgm:pt modelId="{A0E3C625-A13C-F646-9369-29629DD24614}" type="sibTrans" cxnId="{AC7BD77F-5E28-F44E-84A9-CDBF282DC3AA}">
      <dgm:prSet/>
      <dgm:spPr/>
      <dgm:t>
        <a:bodyPr/>
        <a:lstStyle/>
        <a:p>
          <a:endParaRPr lang="en-US"/>
        </a:p>
      </dgm:t>
    </dgm:pt>
    <dgm:pt modelId="{70190F86-DB47-9D40-937E-E698C35269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Groups stayed together for discussions, peer feedback, and mini-projects</a:t>
          </a:r>
        </a:p>
      </dgm:t>
    </dgm:pt>
    <dgm:pt modelId="{21486C5C-FDF7-0F4E-A190-38D84EA05CD5}" type="parTrans" cxnId="{DD32BA90-E4F9-504E-8043-330CC1DC4E79}">
      <dgm:prSet/>
      <dgm:spPr/>
      <dgm:t>
        <a:bodyPr/>
        <a:lstStyle/>
        <a:p>
          <a:endParaRPr lang="en-US"/>
        </a:p>
      </dgm:t>
    </dgm:pt>
    <dgm:pt modelId="{0A1B86CD-41F8-6146-B1A7-DE6D9E1584F5}" type="sibTrans" cxnId="{DD32BA90-E4F9-504E-8043-330CC1DC4E79}">
      <dgm:prSet/>
      <dgm:spPr/>
      <dgm:t>
        <a:bodyPr/>
        <a:lstStyle/>
        <a:p>
          <a:endParaRPr lang="en-US"/>
        </a:p>
      </dgm:t>
    </dgm:pt>
    <dgm:pt modelId="{633F1F26-E715-3941-9BEC-5649B86035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Monitored collaboration patterns over time</a:t>
          </a:r>
        </a:p>
      </dgm:t>
    </dgm:pt>
    <dgm:pt modelId="{C5B3A507-058B-F745-B2ED-C4A06896D064}" type="parTrans" cxnId="{6F87500C-2D2F-504E-A98A-6119C1799014}">
      <dgm:prSet/>
      <dgm:spPr/>
      <dgm:t>
        <a:bodyPr/>
        <a:lstStyle/>
        <a:p>
          <a:endParaRPr lang="en-US"/>
        </a:p>
      </dgm:t>
    </dgm:pt>
    <dgm:pt modelId="{2B50EB4B-A8F5-4649-A2C1-9FFE17BCC8E1}" type="sibTrans" cxnId="{6F87500C-2D2F-504E-A98A-6119C1799014}">
      <dgm:prSet/>
      <dgm:spPr/>
      <dgm:t>
        <a:bodyPr/>
        <a:lstStyle/>
        <a:p>
          <a:endParaRPr lang="en-US"/>
        </a:p>
      </dgm:t>
    </dgm:pt>
    <dgm:pt modelId="{B249B72D-CA72-471A-9E4E-323A344B0CD6}" type="pres">
      <dgm:prSet presAssocID="{4DBEF316-68AB-B446-9B43-E9C7D928ACDA}" presName="root" presStyleCnt="0">
        <dgm:presLayoutVars>
          <dgm:dir/>
          <dgm:resizeHandles val="exact"/>
        </dgm:presLayoutVars>
      </dgm:prSet>
      <dgm:spPr/>
    </dgm:pt>
    <dgm:pt modelId="{3BB7F4D2-FDA8-4BDC-916E-B4F3DEA36B88}" type="pres">
      <dgm:prSet presAssocID="{F9D97070-FE91-084A-AABB-E63A0F30EB75}" presName="compNode" presStyleCnt="0"/>
      <dgm:spPr/>
    </dgm:pt>
    <dgm:pt modelId="{627F0A5B-ABC4-4B60-8EFC-400F30E73D5C}" type="pres">
      <dgm:prSet presAssocID="{F9D97070-FE91-084A-AABB-E63A0F30EB7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71AB070-C6FB-436A-B1CF-267D38936264}" type="pres">
      <dgm:prSet presAssocID="{F9D97070-FE91-084A-AABB-E63A0F30EB75}" presName="iconSpace" presStyleCnt="0"/>
      <dgm:spPr/>
    </dgm:pt>
    <dgm:pt modelId="{FAFF63A8-7B6C-4D3A-B534-1D8FF2EFDF88}" type="pres">
      <dgm:prSet presAssocID="{F9D97070-FE91-084A-AABB-E63A0F30EB75}" presName="parTx" presStyleLbl="revTx" presStyleIdx="0" presStyleCnt="8">
        <dgm:presLayoutVars>
          <dgm:chMax val="0"/>
          <dgm:chPref val="0"/>
        </dgm:presLayoutVars>
      </dgm:prSet>
      <dgm:spPr/>
    </dgm:pt>
    <dgm:pt modelId="{61563E09-2ED6-458B-B6FA-6A8E6F6B077B}" type="pres">
      <dgm:prSet presAssocID="{F9D97070-FE91-084A-AABB-E63A0F30EB75}" presName="txSpace" presStyleCnt="0"/>
      <dgm:spPr/>
    </dgm:pt>
    <dgm:pt modelId="{1ECDE7FD-CE97-4A54-87CB-09B9E9DD4FAD}" type="pres">
      <dgm:prSet presAssocID="{F9D97070-FE91-084A-AABB-E63A0F30EB75}" presName="desTx" presStyleLbl="revTx" presStyleIdx="1" presStyleCnt="8">
        <dgm:presLayoutVars/>
      </dgm:prSet>
      <dgm:spPr/>
    </dgm:pt>
    <dgm:pt modelId="{8C50893A-0D41-4FE2-BCBB-5399085C4881}" type="pres">
      <dgm:prSet presAssocID="{F4E9B735-52EE-EC4B-9071-D15B944A077C}" presName="sibTrans" presStyleCnt="0"/>
      <dgm:spPr/>
    </dgm:pt>
    <dgm:pt modelId="{21370F85-5BF7-4935-A16F-EA441A106389}" type="pres">
      <dgm:prSet presAssocID="{FC1DB2E4-2D68-9343-8588-FEED593C51F6}" presName="compNode" presStyleCnt="0"/>
      <dgm:spPr/>
    </dgm:pt>
    <dgm:pt modelId="{355A4767-30BC-4317-93CE-570FD314156E}" type="pres">
      <dgm:prSet presAssocID="{FC1DB2E4-2D68-9343-8588-FEED593C51F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FA10481-E59F-4A09-9E37-858AD43AA296}" type="pres">
      <dgm:prSet presAssocID="{FC1DB2E4-2D68-9343-8588-FEED593C51F6}" presName="iconSpace" presStyleCnt="0"/>
      <dgm:spPr/>
    </dgm:pt>
    <dgm:pt modelId="{E794513F-7B12-4B43-BF26-42D5FC565C0C}" type="pres">
      <dgm:prSet presAssocID="{FC1DB2E4-2D68-9343-8588-FEED593C51F6}" presName="parTx" presStyleLbl="revTx" presStyleIdx="2" presStyleCnt="8">
        <dgm:presLayoutVars>
          <dgm:chMax val="0"/>
          <dgm:chPref val="0"/>
        </dgm:presLayoutVars>
      </dgm:prSet>
      <dgm:spPr/>
    </dgm:pt>
    <dgm:pt modelId="{4879B034-4688-4BAE-84ED-2F050FA1BAAB}" type="pres">
      <dgm:prSet presAssocID="{FC1DB2E4-2D68-9343-8588-FEED593C51F6}" presName="txSpace" presStyleCnt="0"/>
      <dgm:spPr/>
    </dgm:pt>
    <dgm:pt modelId="{D0EE0C45-E8EA-4C24-BB36-465827F528F2}" type="pres">
      <dgm:prSet presAssocID="{FC1DB2E4-2D68-9343-8588-FEED593C51F6}" presName="desTx" presStyleLbl="revTx" presStyleIdx="3" presStyleCnt="8">
        <dgm:presLayoutVars/>
      </dgm:prSet>
      <dgm:spPr/>
    </dgm:pt>
    <dgm:pt modelId="{873771AB-6936-4682-96E7-26D5E76193C4}" type="pres">
      <dgm:prSet presAssocID="{FB3EABB5-DFFD-D44A-B927-D713953D03B5}" presName="sibTrans" presStyleCnt="0"/>
      <dgm:spPr/>
    </dgm:pt>
    <dgm:pt modelId="{7ED6A6B9-5EC4-48F2-A38E-E7062AB62A21}" type="pres">
      <dgm:prSet presAssocID="{12720648-E6A4-3641-BEE4-4E7106018DFA}" presName="compNode" presStyleCnt="0"/>
      <dgm:spPr/>
    </dgm:pt>
    <dgm:pt modelId="{5B159555-8067-4DEE-A151-DB19047953D7}" type="pres">
      <dgm:prSet presAssocID="{12720648-E6A4-3641-BEE4-4E7106018DF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F74F90F-3B9A-4A74-B0BD-1D0A17E9FA13}" type="pres">
      <dgm:prSet presAssocID="{12720648-E6A4-3641-BEE4-4E7106018DFA}" presName="iconSpace" presStyleCnt="0"/>
      <dgm:spPr/>
    </dgm:pt>
    <dgm:pt modelId="{1919F9D0-8893-4520-B016-AC32BFCED73F}" type="pres">
      <dgm:prSet presAssocID="{12720648-E6A4-3641-BEE4-4E7106018DFA}" presName="parTx" presStyleLbl="revTx" presStyleIdx="4" presStyleCnt="8">
        <dgm:presLayoutVars>
          <dgm:chMax val="0"/>
          <dgm:chPref val="0"/>
        </dgm:presLayoutVars>
      </dgm:prSet>
      <dgm:spPr/>
    </dgm:pt>
    <dgm:pt modelId="{B3F38191-D703-4860-B762-F36377B9ACB4}" type="pres">
      <dgm:prSet presAssocID="{12720648-E6A4-3641-BEE4-4E7106018DFA}" presName="txSpace" presStyleCnt="0"/>
      <dgm:spPr/>
    </dgm:pt>
    <dgm:pt modelId="{DC6F4CDD-613A-4D9D-AD8A-B1B81BFF3165}" type="pres">
      <dgm:prSet presAssocID="{12720648-E6A4-3641-BEE4-4E7106018DFA}" presName="desTx" presStyleLbl="revTx" presStyleIdx="5" presStyleCnt="8">
        <dgm:presLayoutVars/>
      </dgm:prSet>
      <dgm:spPr/>
    </dgm:pt>
    <dgm:pt modelId="{43D3D348-2C92-4912-9420-76D82002B9C2}" type="pres">
      <dgm:prSet presAssocID="{EF8129DE-A35E-4646-B86E-96E6AC117633}" presName="sibTrans" presStyleCnt="0"/>
      <dgm:spPr/>
    </dgm:pt>
    <dgm:pt modelId="{7A4A079F-04F6-4A47-A6A0-B5D3DCCF14A5}" type="pres">
      <dgm:prSet presAssocID="{F7429ED0-1B63-B841-B249-0B902DE678DE}" presName="compNode" presStyleCnt="0"/>
      <dgm:spPr/>
    </dgm:pt>
    <dgm:pt modelId="{7AB3E0A7-10CA-49C2-A0BD-1B565CB1201E}" type="pres">
      <dgm:prSet presAssocID="{F7429ED0-1B63-B841-B249-0B902DE678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08BE670E-0E4A-47F7-9F9D-DD7D0577A898}" type="pres">
      <dgm:prSet presAssocID="{F7429ED0-1B63-B841-B249-0B902DE678DE}" presName="iconSpace" presStyleCnt="0"/>
      <dgm:spPr/>
    </dgm:pt>
    <dgm:pt modelId="{AF355143-BD88-4133-8861-E4BEAF8E8F15}" type="pres">
      <dgm:prSet presAssocID="{F7429ED0-1B63-B841-B249-0B902DE678DE}" presName="parTx" presStyleLbl="revTx" presStyleIdx="6" presStyleCnt="8">
        <dgm:presLayoutVars>
          <dgm:chMax val="0"/>
          <dgm:chPref val="0"/>
        </dgm:presLayoutVars>
      </dgm:prSet>
      <dgm:spPr/>
    </dgm:pt>
    <dgm:pt modelId="{5B6D774B-5049-40D0-A411-89B7C07AEEF4}" type="pres">
      <dgm:prSet presAssocID="{F7429ED0-1B63-B841-B249-0B902DE678DE}" presName="txSpace" presStyleCnt="0"/>
      <dgm:spPr/>
    </dgm:pt>
    <dgm:pt modelId="{F8523872-31E0-4C16-B8DD-BED1539BB885}" type="pres">
      <dgm:prSet presAssocID="{F7429ED0-1B63-B841-B249-0B902DE678DE}" presName="desTx" presStyleLbl="revTx" presStyleIdx="7" presStyleCnt="8">
        <dgm:presLayoutVars/>
      </dgm:prSet>
      <dgm:spPr/>
    </dgm:pt>
  </dgm:ptLst>
  <dgm:cxnLst>
    <dgm:cxn modelId="{D12F2502-06E1-8849-8364-AAB8CD3D3F32}" type="presOf" srcId="{0B6EACAC-5C3E-F641-AFD6-3B85B207C1E0}" destId="{DC6F4CDD-613A-4D9D-AD8A-B1B81BFF3165}" srcOrd="0" destOrd="2" presId="urn:microsoft.com/office/officeart/2018/2/layout/IconLabelDescriptionList"/>
    <dgm:cxn modelId="{DA2C4606-6E5B-9B48-9278-86E02DC99904}" srcId="{4DBEF316-68AB-B446-9B43-E9C7D928ACDA}" destId="{12720648-E6A4-3641-BEE4-4E7106018DFA}" srcOrd="2" destOrd="0" parTransId="{2C20010F-3DDB-AF46-8086-EC271A39AE35}" sibTransId="{EF8129DE-A35E-4646-B86E-96E6AC117633}"/>
    <dgm:cxn modelId="{6F87500C-2D2F-504E-A98A-6119C1799014}" srcId="{F7429ED0-1B63-B841-B249-0B902DE678DE}" destId="{633F1F26-E715-3941-9BEC-5649B86035EE}" srcOrd="2" destOrd="0" parTransId="{C5B3A507-058B-F745-B2ED-C4A06896D064}" sibTransId="{2B50EB4B-A8F5-4649-A2C1-9FFE17BCC8E1}"/>
    <dgm:cxn modelId="{1D4D580F-FB53-F349-B634-F5FDC09C12D3}" type="presOf" srcId="{FC1DB2E4-2D68-9343-8588-FEED593C51F6}" destId="{E794513F-7B12-4B43-BF26-42D5FC565C0C}" srcOrd="0" destOrd="0" presId="urn:microsoft.com/office/officeart/2018/2/layout/IconLabelDescriptionList"/>
    <dgm:cxn modelId="{3E85A311-C79E-2C45-AD7C-6A8FF148FA83}" type="presOf" srcId="{4DBEF316-68AB-B446-9B43-E9C7D928ACDA}" destId="{B249B72D-CA72-471A-9E4E-323A344B0CD6}" srcOrd="0" destOrd="0" presId="urn:microsoft.com/office/officeart/2018/2/layout/IconLabelDescriptionList"/>
    <dgm:cxn modelId="{3DF19223-9B6C-5C48-9053-CD2E23E713B9}" srcId="{12720648-E6A4-3641-BEE4-4E7106018DFA}" destId="{0B6EACAC-5C3E-F641-AFD6-3B85B207C1E0}" srcOrd="2" destOrd="0" parTransId="{15586E33-3D1B-6C47-A77D-96AE6E2C2895}" sibTransId="{7BCA6CF7-4485-7145-A764-8021EDCA0A45}"/>
    <dgm:cxn modelId="{AFECB127-3828-4B44-B33C-B6A2A77D33D2}" type="presOf" srcId="{EFE44B23-B57A-6540-83D1-28ED03BE1BC8}" destId="{F8523872-31E0-4C16-B8DD-BED1539BB885}" srcOrd="0" destOrd="0" presId="urn:microsoft.com/office/officeart/2018/2/layout/IconLabelDescriptionList"/>
    <dgm:cxn modelId="{5F86AD2E-5F43-D544-AD84-D4BDAFF8919C}" type="presOf" srcId="{633F1F26-E715-3941-9BEC-5649B86035EE}" destId="{F8523872-31E0-4C16-B8DD-BED1539BB885}" srcOrd="0" destOrd="2" presId="urn:microsoft.com/office/officeart/2018/2/layout/IconLabelDescriptionList"/>
    <dgm:cxn modelId="{C9E31645-A1FD-6147-81D2-FF5E324B4F09}" srcId="{F9D97070-FE91-084A-AABB-E63A0F30EB75}" destId="{A78B7D35-FA66-644B-855C-83AFFF32CB42}" srcOrd="0" destOrd="0" parTransId="{972F50D1-F17D-4147-B68A-3D4557E21CFB}" sibTransId="{019172D6-332E-484E-A5C6-8C4DE343758C}"/>
    <dgm:cxn modelId="{5A0CB147-B989-4543-9B48-AE8720650B4F}" type="presOf" srcId="{12720648-E6A4-3641-BEE4-4E7106018DFA}" destId="{1919F9D0-8893-4520-B016-AC32BFCED73F}" srcOrd="0" destOrd="0" presId="urn:microsoft.com/office/officeart/2018/2/layout/IconLabelDescriptionList"/>
    <dgm:cxn modelId="{A602D44C-0B06-F241-B66A-30A461D736C4}" type="presOf" srcId="{F7429ED0-1B63-B841-B249-0B902DE678DE}" destId="{AF355143-BD88-4133-8861-E4BEAF8E8F15}" srcOrd="0" destOrd="0" presId="urn:microsoft.com/office/officeart/2018/2/layout/IconLabelDescriptionList"/>
    <dgm:cxn modelId="{8EBBC561-BD89-EA43-9920-DBBA76F14D48}" srcId="{F9D97070-FE91-084A-AABB-E63A0F30EB75}" destId="{DD76B5A7-4640-F64E-B557-88CFB7171647}" srcOrd="1" destOrd="0" parTransId="{9CB0E5F0-1968-1641-9319-9F6C9C86576A}" sibTransId="{41533B24-DF75-874C-9DE5-E9E6855C188A}"/>
    <dgm:cxn modelId="{BAB2907A-7151-DD44-9995-7B82FD5C5A82}" type="presOf" srcId="{F4672793-76A9-954D-9F23-5172B28FFA10}" destId="{DC6F4CDD-613A-4D9D-AD8A-B1B81BFF3165}" srcOrd="0" destOrd="1" presId="urn:microsoft.com/office/officeart/2018/2/layout/IconLabelDescriptionList"/>
    <dgm:cxn modelId="{AC7BD77F-5E28-F44E-84A9-CDBF282DC3AA}" srcId="{F7429ED0-1B63-B841-B249-0B902DE678DE}" destId="{EFE44B23-B57A-6540-83D1-28ED03BE1BC8}" srcOrd="0" destOrd="0" parTransId="{B43C47F4-CD42-5B4B-8A22-3F0BF96B6930}" sibTransId="{A0E3C625-A13C-F646-9369-29629DD24614}"/>
    <dgm:cxn modelId="{7F4EAC84-BC92-524D-9428-8B9565599E24}" type="presOf" srcId="{BB5AB678-9DDD-9547-9ED2-68D82B2D446B}" destId="{D0EE0C45-E8EA-4C24-BB36-465827F528F2}" srcOrd="0" destOrd="0" presId="urn:microsoft.com/office/officeart/2018/2/layout/IconLabelDescriptionList"/>
    <dgm:cxn modelId="{3C263886-D1B9-E84E-8718-B47CC64B0506}" srcId="{12720648-E6A4-3641-BEE4-4E7106018DFA}" destId="{26E2B07F-9792-8C47-8E88-0D02B2D1FEB9}" srcOrd="0" destOrd="0" parTransId="{2C6FC164-D93D-CF48-A18E-E11B92E64F3A}" sibTransId="{BF60CA76-6B75-504C-8D1D-8BBC03DD016C}"/>
    <dgm:cxn modelId="{DD32BA90-E4F9-504E-8043-330CC1DC4E79}" srcId="{F7429ED0-1B63-B841-B249-0B902DE678DE}" destId="{70190F86-DB47-9D40-937E-E698C35269B1}" srcOrd="1" destOrd="0" parTransId="{21486C5C-FDF7-0F4E-A190-38D84EA05CD5}" sibTransId="{0A1B86CD-41F8-6146-B1A7-DE6D9E1584F5}"/>
    <dgm:cxn modelId="{82136D93-413A-0646-BFBD-B5BF2A146090}" srcId="{12720648-E6A4-3641-BEE4-4E7106018DFA}" destId="{F4672793-76A9-954D-9F23-5172B28FFA10}" srcOrd="1" destOrd="0" parTransId="{15368B95-2FD8-3348-A3D6-7EE697E84C3C}" sibTransId="{E6F841B5-4DF8-A341-925A-E21C223D4DC3}"/>
    <dgm:cxn modelId="{5A77F994-95A3-5140-BCEA-44F93D890E06}" srcId="{4DBEF316-68AB-B446-9B43-E9C7D928ACDA}" destId="{FC1DB2E4-2D68-9343-8588-FEED593C51F6}" srcOrd="1" destOrd="0" parTransId="{528EC896-35AC-0E4B-9EA9-A6EB2C977A17}" sibTransId="{FB3EABB5-DFFD-D44A-B927-D713953D03B5}"/>
    <dgm:cxn modelId="{5D2BD395-8FBD-744D-8CD4-D3458CB8789D}" srcId="{FC1DB2E4-2D68-9343-8588-FEED593C51F6}" destId="{BB5AB678-9DDD-9547-9ED2-68D82B2D446B}" srcOrd="0" destOrd="0" parTransId="{89BBFD31-5BA8-A84E-84D3-97264EBF82DB}" sibTransId="{1FF52E9E-FEE7-B647-BADA-FDB00A3E8846}"/>
    <dgm:cxn modelId="{4935E2AA-0041-C648-9C16-F4A663AFF263}" type="presOf" srcId="{DD76B5A7-4640-F64E-B557-88CFB7171647}" destId="{1ECDE7FD-CE97-4A54-87CB-09B9E9DD4FAD}" srcOrd="0" destOrd="1" presId="urn:microsoft.com/office/officeart/2018/2/layout/IconLabelDescriptionList"/>
    <dgm:cxn modelId="{0F07D9AB-D8F0-BD42-8D94-8BBF6BF176CA}" srcId="{4DBEF316-68AB-B446-9B43-E9C7D928ACDA}" destId="{F9D97070-FE91-084A-AABB-E63A0F30EB75}" srcOrd="0" destOrd="0" parTransId="{D98A4178-E075-444E-A087-8995320EB1FE}" sibTransId="{F4E9B735-52EE-EC4B-9071-D15B944A077C}"/>
    <dgm:cxn modelId="{466D61B8-CCB0-B645-94C7-7C310917C4E7}" srcId="{4DBEF316-68AB-B446-9B43-E9C7D928ACDA}" destId="{F7429ED0-1B63-B841-B249-0B902DE678DE}" srcOrd="3" destOrd="0" parTransId="{9E003F52-DA8C-474B-9338-2D8025592498}" sibTransId="{A4D092AB-F1D5-9E4B-88BC-5892673B8D6F}"/>
    <dgm:cxn modelId="{B784C3CC-B377-5A4C-847C-8AF98B056293}" srcId="{FC1DB2E4-2D68-9343-8588-FEED593C51F6}" destId="{620D9635-55E1-EC4D-AEBC-7D4AEBAE1EB5}" srcOrd="2" destOrd="0" parTransId="{2541F1FB-0F1A-CB4E-B16C-EA90376D8D6A}" sibTransId="{56E61EC1-E744-2341-A019-2DCB80E75651}"/>
    <dgm:cxn modelId="{26D3ECCD-6668-7942-BDC2-4818607ED4D9}" type="presOf" srcId="{A78B7D35-FA66-644B-855C-83AFFF32CB42}" destId="{1ECDE7FD-CE97-4A54-87CB-09B9E9DD4FAD}" srcOrd="0" destOrd="0" presId="urn:microsoft.com/office/officeart/2018/2/layout/IconLabelDescriptionList"/>
    <dgm:cxn modelId="{FEE59AD5-4101-FD4D-9A84-E6A86A3F00FA}" type="presOf" srcId="{EC107BF2-4EF2-294D-A5B0-A4C47F06635C}" destId="{D0EE0C45-E8EA-4C24-BB36-465827F528F2}" srcOrd="0" destOrd="1" presId="urn:microsoft.com/office/officeart/2018/2/layout/IconLabelDescriptionList"/>
    <dgm:cxn modelId="{DE3840D6-D499-B84B-90C7-3AFFD1F2057E}" type="presOf" srcId="{F9D97070-FE91-084A-AABB-E63A0F30EB75}" destId="{FAFF63A8-7B6C-4D3A-B534-1D8FF2EFDF88}" srcOrd="0" destOrd="0" presId="urn:microsoft.com/office/officeart/2018/2/layout/IconLabelDescriptionList"/>
    <dgm:cxn modelId="{9CC7C7E5-8B5C-7040-828C-04C4AF9D2924}" type="presOf" srcId="{26E2B07F-9792-8C47-8E88-0D02B2D1FEB9}" destId="{DC6F4CDD-613A-4D9D-AD8A-B1B81BFF3165}" srcOrd="0" destOrd="0" presId="urn:microsoft.com/office/officeart/2018/2/layout/IconLabelDescriptionList"/>
    <dgm:cxn modelId="{432A32E6-3C52-8446-BDC0-999EE9014235}" type="presOf" srcId="{70190F86-DB47-9D40-937E-E698C35269B1}" destId="{F8523872-31E0-4C16-B8DD-BED1539BB885}" srcOrd="0" destOrd="1" presId="urn:microsoft.com/office/officeart/2018/2/layout/IconLabelDescriptionList"/>
    <dgm:cxn modelId="{DAC316F5-FCC5-154F-B1BC-B8E284C0D4D1}" srcId="{FC1DB2E4-2D68-9343-8588-FEED593C51F6}" destId="{EC107BF2-4EF2-294D-A5B0-A4C47F06635C}" srcOrd="1" destOrd="0" parTransId="{C54FAC08-7103-5343-962B-2E0A4455F3C8}" sibTransId="{32B138A0-1E20-B34C-BF2E-B30C2A7B5CC0}"/>
    <dgm:cxn modelId="{410D4DFA-2A09-5D43-B7C2-D9DDF448F9B3}" type="presOf" srcId="{620D9635-55E1-EC4D-AEBC-7D4AEBAE1EB5}" destId="{D0EE0C45-E8EA-4C24-BB36-465827F528F2}" srcOrd="0" destOrd="2" presId="urn:microsoft.com/office/officeart/2018/2/layout/IconLabelDescriptionList"/>
    <dgm:cxn modelId="{8D6EF5EF-F80B-4E45-8E44-9694F590A4A3}" type="presParOf" srcId="{B249B72D-CA72-471A-9E4E-323A344B0CD6}" destId="{3BB7F4D2-FDA8-4BDC-916E-B4F3DEA36B88}" srcOrd="0" destOrd="0" presId="urn:microsoft.com/office/officeart/2018/2/layout/IconLabelDescriptionList"/>
    <dgm:cxn modelId="{D5FF9308-7484-AB49-B9C8-2B925DD3FE85}" type="presParOf" srcId="{3BB7F4D2-FDA8-4BDC-916E-B4F3DEA36B88}" destId="{627F0A5B-ABC4-4B60-8EFC-400F30E73D5C}" srcOrd="0" destOrd="0" presId="urn:microsoft.com/office/officeart/2018/2/layout/IconLabelDescriptionList"/>
    <dgm:cxn modelId="{6E9B13A6-D680-B849-81D5-DC8B702CF54B}" type="presParOf" srcId="{3BB7F4D2-FDA8-4BDC-916E-B4F3DEA36B88}" destId="{D71AB070-C6FB-436A-B1CF-267D38936264}" srcOrd="1" destOrd="0" presId="urn:microsoft.com/office/officeart/2018/2/layout/IconLabelDescriptionList"/>
    <dgm:cxn modelId="{94DE325E-7E68-C145-B2CF-BEB9CD803626}" type="presParOf" srcId="{3BB7F4D2-FDA8-4BDC-916E-B4F3DEA36B88}" destId="{FAFF63A8-7B6C-4D3A-B534-1D8FF2EFDF88}" srcOrd="2" destOrd="0" presId="urn:microsoft.com/office/officeart/2018/2/layout/IconLabelDescriptionList"/>
    <dgm:cxn modelId="{EA224880-1990-4B40-81C4-12FA23D78A87}" type="presParOf" srcId="{3BB7F4D2-FDA8-4BDC-916E-B4F3DEA36B88}" destId="{61563E09-2ED6-458B-B6FA-6A8E6F6B077B}" srcOrd="3" destOrd="0" presId="urn:microsoft.com/office/officeart/2018/2/layout/IconLabelDescriptionList"/>
    <dgm:cxn modelId="{FA3C3C06-E8BB-E94E-B841-0A5265BFB4F2}" type="presParOf" srcId="{3BB7F4D2-FDA8-4BDC-916E-B4F3DEA36B88}" destId="{1ECDE7FD-CE97-4A54-87CB-09B9E9DD4FAD}" srcOrd="4" destOrd="0" presId="urn:microsoft.com/office/officeart/2018/2/layout/IconLabelDescriptionList"/>
    <dgm:cxn modelId="{956CED8D-A482-D248-AB57-E2E625C9E8B4}" type="presParOf" srcId="{B249B72D-CA72-471A-9E4E-323A344B0CD6}" destId="{8C50893A-0D41-4FE2-BCBB-5399085C4881}" srcOrd="1" destOrd="0" presId="urn:microsoft.com/office/officeart/2018/2/layout/IconLabelDescriptionList"/>
    <dgm:cxn modelId="{24048899-FBE7-EE42-B5FB-7FFC7ABFE029}" type="presParOf" srcId="{B249B72D-CA72-471A-9E4E-323A344B0CD6}" destId="{21370F85-5BF7-4935-A16F-EA441A106389}" srcOrd="2" destOrd="0" presId="urn:microsoft.com/office/officeart/2018/2/layout/IconLabelDescriptionList"/>
    <dgm:cxn modelId="{09FF1419-4DE8-0B42-82D7-FBC1C53DE6EA}" type="presParOf" srcId="{21370F85-5BF7-4935-A16F-EA441A106389}" destId="{355A4767-30BC-4317-93CE-570FD314156E}" srcOrd="0" destOrd="0" presId="urn:microsoft.com/office/officeart/2018/2/layout/IconLabelDescriptionList"/>
    <dgm:cxn modelId="{D143DF30-DC71-424F-8B02-D0FF1589094B}" type="presParOf" srcId="{21370F85-5BF7-4935-A16F-EA441A106389}" destId="{EFA10481-E59F-4A09-9E37-858AD43AA296}" srcOrd="1" destOrd="0" presId="urn:microsoft.com/office/officeart/2018/2/layout/IconLabelDescriptionList"/>
    <dgm:cxn modelId="{7EF19F07-D893-D940-BA77-C15F5440C83E}" type="presParOf" srcId="{21370F85-5BF7-4935-A16F-EA441A106389}" destId="{E794513F-7B12-4B43-BF26-42D5FC565C0C}" srcOrd="2" destOrd="0" presId="urn:microsoft.com/office/officeart/2018/2/layout/IconLabelDescriptionList"/>
    <dgm:cxn modelId="{D6B4C3E8-DD42-734A-9E6C-9767CE6934A0}" type="presParOf" srcId="{21370F85-5BF7-4935-A16F-EA441A106389}" destId="{4879B034-4688-4BAE-84ED-2F050FA1BAAB}" srcOrd="3" destOrd="0" presId="urn:microsoft.com/office/officeart/2018/2/layout/IconLabelDescriptionList"/>
    <dgm:cxn modelId="{96ED8922-CCFA-E244-9889-5B7980ED7832}" type="presParOf" srcId="{21370F85-5BF7-4935-A16F-EA441A106389}" destId="{D0EE0C45-E8EA-4C24-BB36-465827F528F2}" srcOrd="4" destOrd="0" presId="urn:microsoft.com/office/officeart/2018/2/layout/IconLabelDescriptionList"/>
    <dgm:cxn modelId="{65025BC5-2BB3-9542-86F4-1D4FFD40216A}" type="presParOf" srcId="{B249B72D-CA72-471A-9E4E-323A344B0CD6}" destId="{873771AB-6936-4682-96E7-26D5E76193C4}" srcOrd="3" destOrd="0" presId="urn:microsoft.com/office/officeart/2018/2/layout/IconLabelDescriptionList"/>
    <dgm:cxn modelId="{70872398-812C-AF46-8C7E-2FC2AB45F4F8}" type="presParOf" srcId="{B249B72D-CA72-471A-9E4E-323A344B0CD6}" destId="{7ED6A6B9-5EC4-48F2-A38E-E7062AB62A21}" srcOrd="4" destOrd="0" presId="urn:microsoft.com/office/officeart/2018/2/layout/IconLabelDescriptionList"/>
    <dgm:cxn modelId="{C21D25F8-456F-8447-ACC4-C357010EA74D}" type="presParOf" srcId="{7ED6A6B9-5EC4-48F2-A38E-E7062AB62A21}" destId="{5B159555-8067-4DEE-A151-DB19047953D7}" srcOrd="0" destOrd="0" presId="urn:microsoft.com/office/officeart/2018/2/layout/IconLabelDescriptionList"/>
    <dgm:cxn modelId="{AE6E8888-B28B-CE42-BD08-3E7B272210DA}" type="presParOf" srcId="{7ED6A6B9-5EC4-48F2-A38E-E7062AB62A21}" destId="{6F74F90F-3B9A-4A74-B0BD-1D0A17E9FA13}" srcOrd="1" destOrd="0" presId="urn:microsoft.com/office/officeart/2018/2/layout/IconLabelDescriptionList"/>
    <dgm:cxn modelId="{AA3CF9DB-7AFA-094C-A8D1-89DF7EEA2AA1}" type="presParOf" srcId="{7ED6A6B9-5EC4-48F2-A38E-E7062AB62A21}" destId="{1919F9D0-8893-4520-B016-AC32BFCED73F}" srcOrd="2" destOrd="0" presId="urn:microsoft.com/office/officeart/2018/2/layout/IconLabelDescriptionList"/>
    <dgm:cxn modelId="{F476A8E2-4E91-CD4C-90B1-FCA94E4B1BEB}" type="presParOf" srcId="{7ED6A6B9-5EC4-48F2-A38E-E7062AB62A21}" destId="{B3F38191-D703-4860-B762-F36377B9ACB4}" srcOrd="3" destOrd="0" presId="urn:microsoft.com/office/officeart/2018/2/layout/IconLabelDescriptionList"/>
    <dgm:cxn modelId="{2D705DE5-87D1-2C45-B0E7-6D20E95FD7D0}" type="presParOf" srcId="{7ED6A6B9-5EC4-48F2-A38E-E7062AB62A21}" destId="{DC6F4CDD-613A-4D9D-AD8A-B1B81BFF3165}" srcOrd="4" destOrd="0" presId="urn:microsoft.com/office/officeart/2018/2/layout/IconLabelDescriptionList"/>
    <dgm:cxn modelId="{31FD6896-679B-9349-AF68-8FFE64012CE9}" type="presParOf" srcId="{B249B72D-CA72-471A-9E4E-323A344B0CD6}" destId="{43D3D348-2C92-4912-9420-76D82002B9C2}" srcOrd="5" destOrd="0" presId="urn:microsoft.com/office/officeart/2018/2/layout/IconLabelDescriptionList"/>
    <dgm:cxn modelId="{8399E595-F638-F048-B955-01C6A98D4E50}" type="presParOf" srcId="{B249B72D-CA72-471A-9E4E-323A344B0CD6}" destId="{7A4A079F-04F6-4A47-A6A0-B5D3DCCF14A5}" srcOrd="6" destOrd="0" presId="urn:microsoft.com/office/officeart/2018/2/layout/IconLabelDescriptionList"/>
    <dgm:cxn modelId="{C0556D0F-088A-FF49-B0A3-B0F0B636DE23}" type="presParOf" srcId="{7A4A079F-04F6-4A47-A6A0-B5D3DCCF14A5}" destId="{7AB3E0A7-10CA-49C2-A0BD-1B565CB1201E}" srcOrd="0" destOrd="0" presId="urn:microsoft.com/office/officeart/2018/2/layout/IconLabelDescriptionList"/>
    <dgm:cxn modelId="{B168A19F-E482-BF4C-A6C7-6F6929808DA5}" type="presParOf" srcId="{7A4A079F-04F6-4A47-A6A0-B5D3DCCF14A5}" destId="{08BE670E-0E4A-47F7-9F9D-DD7D0577A898}" srcOrd="1" destOrd="0" presId="urn:microsoft.com/office/officeart/2018/2/layout/IconLabelDescriptionList"/>
    <dgm:cxn modelId="{987C0070-2987-B247-A2DA-C499245F0C86}" type="presParOf" srcId="{7A4A079F-04F6-4A47-A6A0-B5D3DCCF14A5}" destId="{AF355143-BD88-4133-8861-E4BEAF8E8F15}" srcOrd="2" destOrd="0" presId="urn:microsoft.com/office/officeart/2018/2/layout/IconLabelDescriptionList"/>
    <dgm:cxn modelId="{B66008DB-7A31-4F42-A4DA-E8595FA4D6E7}" type="presParOf" srcId="{7A4A079F-04F6-4A47-A6A0-B5D3DCCF14A5}" destId="{5B6D774B-5049-40D0-A411-89B7C07AEEF4}" srcOrd="3" destOrd="0" presId="urn:microsoft.com/office/officeart/2018/2/layout/IconLabelDescriptionList"/>
    <dgm:cxn modelId="{354CB142-B363-1343-B73E-7188A2CCC365}" type="presParOf" srcId="{7A4A079F-04F6-4A47-A6A0-B5D3DCCF14A5}" destId="{F8523872-31E0-4C16-B8DD-BED1539BB885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F0A5B-ABC4-4B60-8EFC-400F30E73D5C}">
      <dsp:nvSpPr>
        <dsp:cNvPr id="0" name=""/>
        <dsp:cNvSpPr/>
      </dsp:nvSpPr>
      <dsp:spPr>
        <a:xfrm>
          <a:off x="5672" y="252900"/>
          <a:ext cx="772963" cy="7729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F63A8-7B6C-4D3A-B534-1D8FF2EFDF88}">
      <dsp:nvSpPr>
        <dsp:cNvPr id="0" name=""/>
        <dsp:cNvSpPr/>
      </dsp:nvSpPr>
      <dsp:spPr>
        <a:xfrm>
          <a:off x="5672" y="1139380"/>
          <a:ext cx="2208466" cy="445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1️⃣ Collected early interaction data</a:t>
          </a:r>
        </a:p>
      </dsp:txBody>
      <dsp:txXfrm>
        <a:off x="5672" y="1139380"/>
        <a:ext cx="2208466" cy="445143"/>
      </dsp:txXfrm>
    </dsp:sp>
    <dsp:sp modelId="{1ECDE7FD-CE97-4A54-87CB-09B9E9DD4FAD}">
      <dsp:nvSpPr>
        <dsp:cNvPr id="0" name=""/>
        <dsp:cNvSpPr/>
      </dsp:nvSpPr>
      <dsp:spPr>
        <a:xfrm>
          <a:off x="5672" y="1637323"/>
          <a:ext cx="2208466" cy="1255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Initial seminar discussions and activities to see who responded to whom, and how often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Built an interaction network</a:t>
          </a:r>
        </a:p>
      </dsp:txBody>
      <dsp:txXfrm>
        <a:off x="5672" y="1637323"/>
        <a:ext cx="2208466" cy="1255509"/>
      </dsp:txXfrm>
    </dsp:sp>
    <dsp:sp modelId="{355A4767-30BC-4317-93CE-570FD314156E}">
      <dsp:nvSpPr>
        <dsp:cNvPr id="0" name=""/>
        <dsp:cNvSpPr/>
      </dsp:nvSpPr>
      <dsp:spPr>
        <a:xfrm>
          <a:off x="2600620" y="252900"/>
          <a:ext cx="772963" cy="7729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94513F-7B12-4B43-BF26-42D5FC565C0C}">
      <dsp:nvSpPr>
        <dsp:cNvPr id="0" name=""/>
        <dsp:cNvSpPr/>
      </dsp:nvSpPr>
      <dsp:spPr>
        <a:xfrm>
          <a:off x="2600620" y="1139380"/>
          <a:ext cx="2208466" cy="445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2️⃣ Applied Louvain community detection</a:t>
          </a:r>
        </a:p>
      </dsp:txBody>
      <dsp:txXfrm>
        <a:off x="2600620" y="1139380"/>
        <a:ext cx="2208466" cy="445143"/>
      </dsp:txXfrm>
    </dsp:sp>
    <dsp:sp modelId="{D0EE0C45-E8EA-4C24-BB36-465827F528F2}">
      <dsp:nvSpPr>
        <dsp:cNvPr id="0" name=""/>
        <dsp:cNvSpPr/>
      </dsp:nvSpPr>
      <dsp:spPr>
        <a:xfrm>
          <a:off x="2600620" y="1637323"/>
          <a:ext cx="2208466" cy="1255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Identified natural clusters in the interaction network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Avoided isolating quieter students at the edges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Balanced more central and less central participants across groups</a:t>
          </a:r>
        </a:p>
      </dsp:txBody>
      <dsp:txXfrm>
        <a:off x="2600620" y="1637323"/>
        <a:ext cx="2208466" cy="1255509"/>
      </dsp:txXfrm>
    </dsp:sp>
    <dsp:sp modelId="{5B159555-8067-4DEE-A151-DB19047953D7}">
      <dsp:nvSpPr>
        <dsp:cNvPr id="0" name=""/>
        <dsp:cNvSpPr/>
      </dsp:nvSpPr>
      <dsp:spPr>
        <a:xfrm>
          <a:off x="5195567" y="252900"/>
          <a:ext cx="772963" cy="7729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19F9D0-8893-4520-B016-AC32BFCED73F}">
      <dsp:nvSpPr>
        <dsp:cNvPr id="0" name=""/>
        <dsp:cNvSpPr/>
      </dsp:nvSpPr>
      <dsp:spPr>
        <a:xfrm>
          <a:off x="5195567" y="1139380"/>
          <a:ext cx="2208466" cy="445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3️⃣ Formed stable discussion/project groups</a:t>
          </a:r>
        </a:p>
      </dsp:txBody>
      <dsp:txXfrm>
        <a:off x="5195567" y="1139380"/>
        <a:ext cx="2208466" cy="445143"/>
      </dsp:txXfrm>
    </dsp:sp>
    <dsp:sp modelId="{DC6F4CDD-613A-4D9D-AD8A-B1B81BFF3165}">
      <dsp:nvSpPr>
        <dsp:cNvPr id="0" name=""/>
        <dsp:cNvSpPr/>
      </dsp:nvSpPr>
      <dsp:spPr>
        <a:xfrm>
          <a:off x="5195567" y="1637323"/>
          <a:ext cx="2208466" cy="1255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Used cluster results to assign groups for ongoing seminar tasks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Ensured each group had a mix of voices and experience levels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Reduced the risk of one person “carrying” the group</a:t>
          </a:r>
        </a:p>
      </dsp:txBody>
      <dsp:txXfrm>
        <a:off x="5195567" y="1637323"/>
        <a:ext cx="2208466" cy="1255509"/>
      </dsp:txXfrm>
    </dsp:sp>
    <dsp:sp modelId="{7AB3E0A7-10CA-49C2-A0BD-1B565CB1201E}">
      <dsp:nvSpPr>
        <dsp:cNvPr id="0" name=""/>
        <dsp:cNvSpPr/>
      </dsp:nvSpPr>
      <dsp:spPr>
        <a:xfrm>
          <a:off x="7790515" y="252900"/>
          <a:ext cx="772963" cy="7729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355143-BD88-4133-8861-E4BEAF8E8F15}">
      <dsp:nvSpPr>
        <dsp:cNvPr id="0" name=""/>
        <dsp:cNvSpPr/>
      </dsp:nvSpPr>
      <dsp:spPr>
        <a:xfrm>
          <a:off x="7790515" y="1139380"/>
          <a:ext cx="2208466" cy="445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4️⃣ Integrated into course flow</a:t>
          </a:r>
        </a:p>
      </dsp:txBody>
      <dsp:txXfrm>
        <a:off x="7790515" y="1139380"/>
        <a:ext cx="2208466" cy="445143"/>
      </dsp:txXfrm>
    </dsp:sp>
    <dsp:sp modelId="{F8523872-31E0-4C16-B8DD-BED1539BB885}">
      <dsp:nvSpPr>
        <dsp:cNvPr id="0" name=""/>
        <dsp:cNvSpPr/>
      </dsp:nvSpPr>
      <dsp:spPr>
        <a:xfrm>
          <a:off x="7790515" y="1637323"/>
          <a:ext cx="2208466" cy="12555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Announced final group assignments early in the semester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Groups stayed together for discussions, peer feedback, and mini-projects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Monitored collaboration patterns over time</a:t>
          </a:r>
        </a:p>
      </dsp:txBody>
      <dsp:txXfrm>
        <a:off x="7790515" y="1637323"/>
        <a:ext cx="2208466" cy="12555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4942FF4-7E8D-7E4B-B989-94C0449D8091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2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D138-7992-1B47-8848-E05636067BB8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5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10CD0B-FB0C-924B-B280-7E471F727ED7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50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9EFD-5047-8245-BFBA-14ED1A2DAC40}" type="datetime1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5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EAD66-FE86-D445-B345-28B0ABC8DD09}" type="datetime1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65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3F919-47E7-964F-B581-4DDB7D818BFB}" type="datetime1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106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C0BB-611B-E54F-821A-42AD7FCC72C3}" type="datetime1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22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E15ACA2-1886-5445-9133-CC0CBCF31FB7}" type="datetime1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581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9AFB-66B1-EC43-AD03-36B0DC93C46D}" type="datetime1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70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53DC-C1EB-5F4C-AE37-4A3239687E47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62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7250507-5565-B646-9685-82BAA8D39565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3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46E3B5E-9FE6-2F44-96E9-7D3E58E98CB8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48A37DB-965C-6642-B8CE-C09603ACDFD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100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A57E2C-DD2E-FD42-3884-1DF30AB10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D511D2-9CF1-40DE-BB88-A5A48A0E8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D650CE-1369-645B-E876-9F2E538F7B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0ADCA80-A0B1-4379-94EC-0A1A73BE1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B4D79C-3A0E-4CB5-9A3D-BB816FD52C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839C3D0-536E-4C48-A1C1-D9B718A843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3EBF6E3-4617-8444-053E-880B27E44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200" y="2142067"/>
            <a:ext cx="3412067" cy="29718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chemeClr val="bg1"/>
                </a:solidFill>
              </a:rPr>
              <a:t>2. Structuring High-Quality Online Discussions with Assigned Roles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B9379-13BC-E42E-CC2B-85E0EFDA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54399" y="766070"/>
            <a:ext cx="542673" cy="365125"/>
          </a:xfrm>
        </p:spPr>
        <p:txBody>
          <a:bodyPr>
            <a:normAutofit/>
          </a:bodyPr>
          <a:lstStyle/>
          <a:p>
            <a:pPr marL="0" marR="0" lvl="0" indent="0" defTabSz="4572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87E7843D-FF13-4365-9478-9625B70A2705}" type="slidenum">
              <a:rPr kumimoji="0" lang="en-US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defTabSz="4572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489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0325B-44A1-E6F2-6434-E36A87C25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Course Context &amp; Design Problem</a:t>
            </a:r>
            <a:br>
              <a:rPr lang="en-US" sz="2200" dirty="0">
                <a:solidFill>
                  <a:srgbClr val="FFFEFF"/>
                </a:solidFill>
              </a:rPr>
            </a:br>
            <a:endParaRPr lang="en-US" sz="2200" dirty="0">
              <a:solidFill>
                <a:srgbClr val="FFFEFF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8C5EB84-15F9-7472-A3EA-693DA061AA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06314" y="2181225"/>
          <a:ext cx="10579372" cy="3227269"/>
        </p:xfrm>
        <a:graphic>
          <a:graphicData uri="http://schemas.openxmlformats.org/drawingml/2006/table">
            <a:tbl>
              <a:tblPr firstCol="1">
                <a:tableStyleId>{F5AB1C69-6EDB-4FF4-983F-18BD219EF322}</a:tableStyleId>
              </a:tblPr>
              <a:tblGrid>
                <a:gridCol w="2373614">
                  <a:extLst>
                    <a:ext uri="{9D8B030D-6E8A-4147-A177-3AD203B41FA5}">
                      <a16:colId xmlns:a16="http://schemas.microsoft.com/office/drawing/2014/main" val="1493546712"/>
                    </a:ext>
                  </a:extLst>
                </a:gridCol>
                <a:gridCol w="8205758">
                  <a:extLst>
                    <a:ext uri="{9D8B030D-6E8A-4147-A177-3AD203B41FA5}">
                      <a16:colId xmlns:a16="http://schemas.microsoft.com/office/drawing/2014/main" val="439103473"/>
                    </a:ext>
                  </a:extLst>
                </a:gridCol>
              </a:tblGrid>
              <a:tr h="700016">
                <a:tc>
                  <a:txBody>
                    <a:bodyPr/>
                    <a:lstStyle/>
                    <a:p>
                      <a:pPr rtl="0"/>
                      <a:r>
                        <a:rPr lang="en-US" sz="1700" b="1" dirty="0">
                          <a:solidFill>
                            <a:srgbClr val="1F1F1F"/>
                          </a:solidFill>
                          <a:effectLst/>
                        </a:rPr>
                        <a:t>Context</a:t>
                      </a:r>
                      <a:endParaRPr lang="en-US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990" marR="105990" marT="70661" marB="7066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dirty="0">
                          <a:solidFill>
                            <a:srgbClr val="1F1F1F"/>
                          </a:solidFill>
                          <a:effectLst/>
                        </a:rPr>
                        <a:t>Graduate-level Seminar for Engineering Teaching Assistants(Hybrid)</a:t>
                      </a:r>
                      <a:endParaRPr lang="en-US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990" marR="105990" marT="70661" marB="70661" anchor="ctr"/>
                </a:tc>
                <a:extLst>
                  <a:ext uri="{0D108BD9-81ED-4DB2-BD59-A6C34878D82A}">
                    <a16:rowId xmlns:a16="http://schemas.microsoft.com/office/drawing/2014/main" val="3436970348"/>
                  </a:ext>
                </a:extLst>
              </a:tr>
              <a:tr h="700016">
                <a:tc>
                  <a:txBody>
                    <a:bodyPr/>
                    <a:lstStyle/>
                    <a:p>
                      <a:pPr rtl="0"/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</a:rPr>
                        <a:t>Design Problem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990" marR="105990" marT="70661" marB="7066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dirty="0">
                          <a:solidFill>
                            <a:srgbClr val="1F1F1F"/>
                          </a:solidFill>
                          <a:effectLst/>
                        </a:rPr>
                        <a:t>Informal groups led to uneven participation, with some students dominating.</a:t>
                      </a:r>
                      <a:endParaRPr lang="en-US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990" marR="105990" marT="70661" marB="70661" anchor="ctr"/>
                </a:tc>
                <a:extLst>
                  <a:ext uri="{0D108BD9-81ED-4DB2-BD59-A6C34878D82A}">
                    <a16:rowId xmlns:a16="http://schemas.microsoft.com/office/drawing/2014/main" val="3859846321"/>
                  </a:ext>
                </a:extLst>
              </a:tr>
              <a:tr h="1127221">
                <a:tc>
                  <a:txBody>
                    <a:bodyPr/>
                    <a:lstStyle/>
                    <a:p>
                      <a:pPr rtl="0"/>
                      <a:r>
                        <a:rPr lang="en-US" sz="1700" b="1" dirty="0">
                          <a:solidFill>
                            <a:srgbClr val="1F1F1F"/>
                          </a:solidFill>
                          <a:effectLst/>
                        </a:rPr>
                        <a:t>Instructional Solution</a:t>
                      </a:r>
                      <a:endParaRPr lang="en-US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990" marR="105990" marT="70661" marB="7066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dirty="0">
                          <a:solidFill>
                            <a:srgbClr val="1F1F1F"/>
                          </a:solidFill>
                          <a:effectLst/>
                        </a:rPr>
                        <a:t>Implemented a data-driven group formation strategy using the Louvain community detection algorithm to support balanced, productive groups.</a:t>
                      </a:r>
                      <a:endParaRPr lang="en-US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990" marR="105990" marT="70661" marB="70661" anchor="ctr"/>
                </a:tc>
                <a:extLst>
                  <a:ext uri="{0D108BD9-81ED-4DB2-BD59-A6C34878D82A}">
                    <a16:rowId xmlns:a16="http://schemas.microsoft.com/office/drawing/2014/main" val="60604817"/>
                  </a:ext>
                </a:extLst>
              </a:tr>
              <a:tr h="700016">
                <a:tc>
                  <a:txBody>
                    <a:bodyPr/>
                    <a:lstStyle/>
                    <a:p>
                      <a:pPr rtl="0"/>
                      <a:r>
                        <a:rPr lang="en-US" sz="1700" b="1" dirty="0">
                          <a:solidFill>
                            <a:srgbClr val="1F1F1F"/>
                          </a:solidFill>
                          <a:effectLst/>
                        </a:rPr>
                        <a:t>Key Impact</a:t>
                      </a:r>
                      <a:endParaRPr lang="en-US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990" marR="105990" marT="70661" marB="70661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700" dirty="0">
                          <a:solidFill>
                            <a:srgbClr val="1F1F1F"/>
                          </a:solidFill>
                          <a:effectLst/>
                        </a:rPr>
                        <a:t>Participation became more evenly distributed. Discussions showed stronger reciprocity and less reliance on a single dominant voice.</a:t>
                      </a:r>
                      <a:endParaRPr lang="en-US" sz="17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5990" marR="105990" marT="70661" marB="70661" anchor="ctr"/>
                </a:tc>
                <a:extLst>
                  <a:ext uri="{0D108BD9-81ED-4DB2-BD59-A6C34878D82A}">
                    <a16:rowId xmlns:a16="http://schemas.microsoft.com/office/drawing/2014/main" val="1006059065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5CE25-C9BF-76FC-4DB5-38ADA2E88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843D-FF13-4365-9478-9625B70A270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4158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6274610-0B8D-4F68-A77F-F6160E3C8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38DABE-61CA-D77D-327B-D59B1BEDB67A}"/>
              </a:ext>
            </a:extLst>
          </p:cNvPr>
          <p:cNvSpPr txBox="1"/>
          <p:nvPr/>
        </p:nvSpPr>
        <p:spPr>
          <a:xfrm>
            <a:off x="446534" y="4999383"/>
            <a:ext cx="11293599" cy="952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defTabSz="457200" fontAlgn="auto"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2800" i="0" u="none" strike="noStrike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IMPLEMENTATION IN THE COURSE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820321-1BC7-42E1-B710-A84C5A22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1"/>
            <a:ext cx="11298933" cy="43770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C26AE0-EBFE-438D-AA3D-CAA6DAC6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6057326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8057AF-D878-40E9-BA0D-638F35F05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6057326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E46F63-BF3A-400A-A34D-308744F04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6053769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78AB7C-8DBB-2723-70FC-10883CF4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24495"/>
            <a:ext cx="10525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 indent="0" defTabSz="457200" fontAlgn="auto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87E7843D-FF13-4365-9478-9625B70A2705}" type="slidenum">
              <a:rPr kumimoji="0" lang="en-US" b="0" i="0" u="none" strike="noStrike" cap="none" spc="0" normalizeH="0" baseline="0" noProof="0" smtClean="0">
                <a:ln>
                  <a:noFill/>
                </a:ln>
                <a:effectLst/>
                <a:uLnTx/>
                <a:uFillTx/>
              </a:rPr>
              <a:pPr marR="0" lvl="0" indent="0" defTabSz="457200" fontAlgn="auto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FE7EC-5513-4435-382E-CA7C13B5F909}"/>
              </a:ext>
            </a:extLst>
          </p:cNvPr>
          <p:cNvSpPr txBox="1"/>
          <p:nvPr/>
        </p:nvSpPr>
        <p:spPr>
          <a:xfrm>
            <a:off x="6610865" y="852616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91CAF78-4DEE-14A5-DC47-40C5C1C302BD}"/>
              </a:ext>
            </a:extLst>
          </p:cNvPr>
          <p:cNvSpPr txBox="1">
            <a:spLocks/>
          </p:cNvSpPr>
          <p:nvPr/>
        </p:nvSpPr>
        <p:spPr>
          <a:xfrm>
            <a:off x="6199695" y="2329890"/>
            <a:ext cx="5345633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A08B2F41-4C23-8F53-4E7F-2C12971DA7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6237480"/>
              </p:ext>
            </p:extLst>
          </p:nvPr>
        </p:nvGraphicFramePr>
        <p:xfrm>
          <a:off x="1090001" y="1093924"/>
          <a:ext cx="10004654" cy="3145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3116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7BA18A-DE1B-1D03-AEF4-A7DA2798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843D-FF13-4365-9478-9625B70A270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9" name="Picture 8" descr="A map of different cities&#10;&#10;AI-generated content may be incorrect.">
            <a:extLst>
              <a:ext uri="{FF2B5EF4-FFF2-40B4-BE49-F238E27FC236}">
                <a16:creationId xmlns:a16="http://schemas.microsoft.com/office/drawing/2014/main" id="{AF781459-7253-7E2A-4031-4324897E0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76" b="24995"/>
          <a:stretch>
            <a:fillRect/>
          </a:stretch>
        </p:blipFill>
        <p:spPr>
          <a:xfrm>
            <a:off x="3935728" y="1988430"/>
            <a:ext cx="6207131" cy="465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34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71FFB-445C-7869-7267-C74EF36C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impacts &amp;refinements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C625-3FFA-C818-DB76-CA76B0AF40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1" y="2228004"/>
            <a:ext cx="5422390" cy="4069776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Observed Outcomes</a:t>
            </a:r>
            <a:endParaRPr lang="en-US" dirty="0"/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Group assignment lists informed by network data</a:t>
            </a:r>
          </a:p>
          <a:p>
            <a:r>
              <a:rPr lang="en-US" dirty="0">
                <a:solidFill>
                  <a:schemeClr val="tx1"/>
                </a:solidFill>
              </a:rPr>
              <a:t>Before/after network views of group structure</a:t>
            </a:r>
          </a:p>
          <a:p>
            <a:pPr>
              <a:buFont typeface="Wingdings" pitchFamily="2" charset="2"/>
              <a:buChar char="§"/>
            </a:pPr>
            <a:r>
              <a:rPr lang="en-US" dirty="0">
                <a:solidFill>
                  <a:schemeClr val="tx1"/>
                </a:solidFill>
              </a:rPr>
              <a:t>Brief instructor notes on how to use data-informed grouping in future offerings</a:t>
            </a:r>
          </a:p>
          <a:p>
            <a:r>
              <a:rPr lang="en-US" dirty="0"/>
              <a:t>Participation became more evenly distributed across group members.</a:t>
            </a:r>
          </a:p>
          <a:p>
            <a:r>
              <a:rPr lang="en-US" dirty="0"/>
              <a:t>Discussions showed stronger reciprocity, reducing reliance on a single dominant voice.</a:t>
            </a:r>
          </a:p>
          <a:p>
            <a:r>
              <a:rPr lang="en-US" dirty="0"/>
              <a:t>Group work on teaching cases and activities was smoother and more sustained.</a:t>
            </a:r>
          </a:p>
          <a:p>
            <a:r>
              <a:rPr lang="en-US" dirty="0"/>
              <a:t>Groups felt fair and purpose-driven rather than arbitrary.</a:t>
            </a:r>
          </a:p>
          <a:p>
            <a:r>
              <a:rPr lang="en-US" dirty="0"/>
              <a:t>Less time was spent addressing group issues and reassignments.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B8597-4B8D-1880-2EB6-DE1038A1FD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Design Reflection &amp; Iteration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Combine network-based grouping with brief preference data (e.g., teaching interests, prior experience).</a:t>
            </a:r>
          </a:p>
          <a:p>
            <a:pPr>
              <a:lnSpc>
                <a:spcPct val="100000"/>
              </a:lnSpc>
            </a:pPr>
            <a:r>
              <a:rPr lang="en-US" dirty="0"/>
              <a:t>Add a short orientation explaining why structured groups matter for their development as future instructors.</a:t>
            </a:r>
          </a:p>
          <a:p>
            <a:pPr>
              <a:lnSpc>
                <a:spcPct val="100000"/>
              </a:lnSpc>
            </a:pPr>
            <a:r>
              <a:rPr lang="en-US" dirty="0"/>
              <a:t>Provide simple visual feedback to TAs about how their group is participating over time.</a:t>
            </a:r>
          </a:p>
          <a:p>
            <a:r>
              <a:rPr lang="en-US" dirty="0"/>
              <a:t>Provided a </a:t>
            </a:r>
            <a:r>
              <a:rPr lang="en-US" b="1" dirty="0"/>
              <a:t>repeatable, data-informed grouping method</a:t>
            </a:r>
            <a:r>
              <a:rPr lang="en-US" dirty="0"/>
              <a:t> for future cohorts.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4107-2A57-9432-C422-3368C6E29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843D-FF13-4365-9478-9625B70A270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EE09F-AA3F-72AA-A202-20BF61C52E2C}"/>
              </a:ext>
            </a:extLst>
          </p:cNvPr>
          <p:cNvSpPr txBox="1"/>
          <p:nvPr/>
        </p:nvSpPr>
        <p:spPr>
          <a:xfrm>
            <a:off x="6723376" y="6217831"/>
            <a:ext cx="43524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https://</a:t>
            </a:r>
            <a:r>
              <a:rPr kumimoji="0" lang="en-US" sz="1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doi.org</a:t>
            </a: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/10.1186/s41239-024-00495-w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B3BE57-EC61-00BF-87F5-C6523FF82B81}"/>
              </a:ext>
            </a:extLst>
          </p:cNvPr>
          <p:cNvSpPr txBox="1">
            <a:spLocks/>
          </p:cNvSpPr>
          <p:nvPr/>
        </p:nvSpPr>
        <p:spPr>
          <a:xfrm>
            <a:off x="6308569" y="4602653"/>
            <a:ext cx="4767281" cy="40365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F7FFAE"/>
              </a:buClr>
              <a:buSzPct val="92000"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37407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369</Words>
  <Application>Microsoft Macintosh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Google Sans Text</vt:lpstr>
      <vt:lpstr>Arial</vt:lpstr>
      <vt:lpstr>Gill Sans MT</vt:lpstr>
      <vt:lpstr>Wingdings</vt:lpstr>
      <vt:lpstr>Wingdings 2</vt:lpstr>
      <vt:lpstr>Dividend</vt:lpstr>
      <vt:lpstr>2. Structuring High-Quality Online Discussions with Assigned Roles</vt:lpstr>
      <vt:lpstr>Course Context &amp; Design Problem </vt:lpstr>
      <vt:lpstr>PowerPoint Presentation</vt:lpstr>
      <vt:lpstr>PowerPoint Presentation</vt:lpstr>
      <vt:lpstr>impacts &amp;refinements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Minkyung</dc:creator>
  <cp:lastModifiedBy>Lee, Minkyung</cp:lastModifiedBy>
  <cp:revision>1</cp:revision>
  <dcterms:created xsi:type="dcterms:W3CDTF">2025-12-17T18:05:23Z</dcterms:created>
  <dcterms:modified xsi:type="dcterms:W3CDTF">2025-12-17T18:06:53Z</dcterms:modified>
</cp:coreProperties>
</file>